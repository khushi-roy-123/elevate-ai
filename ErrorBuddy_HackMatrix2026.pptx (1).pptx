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Times New Roman" charset="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9275" r="0" b="-6927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53935" y="254162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3"/>
                </a:lnTo>
                <a:lnTo>
                  <a:pt x="0" y="30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73026" y="127635"/>
            <a:ext cx="10395937" cy="26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9"/>
              </a:lnSpc>
            </a:pPr>
            <a:r>
              <a:rPr lang="en-US" b="true" sz="6998" spc="-25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2435" y="5473075"/>
            <a:ext cx="8686800" cy="79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272" indent="-309091" lvl="2">
              <a:lnSpc>
                <a:spcPts val="6556"/>
              </a:lnSpc>
              <a:buFont typeface="Arial"/>
              <a:buChar char="⚬"/>
            </a:pPr>
            <a:r>
              <a:rPr lang="en-US" b="true" sz="3799" spc="-15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ErrorBuddy 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2435" y="6419850"/>
            <a:ext cx="8686800" cy="79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272" indent="-309091" lvl="2">
              <a:lnSpc>
                <a:spcPts val="6556"/>
              </a:lnSpc>
              <a:buFont typeface="Arial"/>
              <a:buChar char="⚬"/>
            </a:pPr>
            <a:r>
              <a:rPr lang="en-US" b="true" sz="3799" spc="-15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Elevate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3298" y="7564584"/>
            <a:ext cx="12993025" cy="79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272" indent="-309091" lvl="2">
              <a:lnSpc>
                <a:spcPts val="6556"/>
              </a:lnSpc>
              <a:buFont typeface="Arial"/>
              <a:buChar char="⚬"/>
            </a:pPr>
            <a:r>
              <a:rPr lang="en-US" b="true" sz="3799" spc="-15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Khushi  Roy •  Maddala Jashwanth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28878" y="2974572"/>
            <a:ext cx="5196885" cy="134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8"/>
              </a:lnSpc>
            </a:pPr>
            <a:r>
              <a:rPr lang="en-US" sz="3798" spc="-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HM10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  Error  Explainer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36739" y="401641"/>
            <a:ext cx="7879261" cy="91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8" spc="-4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8782" y="2099310"/>
            <a:ext cx="8686800" cy="191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842" indent="-274281" lvl="2">
              <a:lnSpc>
                <a:spcPts val="5039"/>
              </a:lnSpc>
              <a:buFont typeface="Arial"/>
              <a:buChar char="⚬"/>
            </a:pPr>
            <a:r>
              <a:rPr lang="en-US" sz="3598" spc="-28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messages are cryptic, overwhelming and demotivating for freshers learning DSA, ML and full-stack dev.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8782" y="4659630"/>
            <a:ext cx="8686800" cy="191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842" indent="-274281" lvl="2">
              <a:lnSpc>
                <a:spcPts val="5039"/>
              </a:lnSpc>
              <a:buFont typeface="Arial"/>
              <a:buChar char="⚬"/>
            </a:pPr>
            <a:r>
              <a:rPr lang="en-US" sz="3598" spc="-28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Affected: Thousands of VIT Bhopal students  unresolved errors kill coding confidence and increase learning dropout rates.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7199" y="7219950"/>
            <a:ext cx="8686800" cy="191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842" indent="-274281" lvl="2">
              <a:lnSpc>
                <a:spcPts val="5039"/>
              </a:lnSpc>
              <a:buFont typeface="Arial"/>
              <a:buChar char="⚬"/>
            </a:pPr>
            <a:r>
              <a:rPr lang="en-US" sz="3598" spc="-28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instant visual help, beginners spend 30+ minutes on a single error  ErrorBuddy solves it in 30 seconds.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603086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515600" y="2286000"/>
            <a:ext cx="6400800" cy="5486400"/>
            <a:chOff x="0" y="0"/>
            <a:chExt cx="8534400" cy="731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34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692" t="0" r="-7692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9708" y="401641"/>
            <a:ext cx="9308754" cy="176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7285" y="2377681"/>
            <a:ext cx="8686800" cy="179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sz="3399" spc="-27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tools: Stack Overflow, ChatGPT, compiler docs  give generic answers with no visual intuition or beginner-friendly fixes.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1200" y="3194976"/>
            <a:ext cx="8686800" cy="179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sz="3399" spc="-27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 No auto-corrected code, no live simulations, context-free responses  students still spend hours stuck on one error.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7285" y="4680375"/>
            <a:ext cx="8686800" cy="11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sz="3399" spc="-27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we fill: Instant plain-English explanation + auto-fixed code + live DSA/ML visuals.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21877" y="150396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166360" y="6470415"/>
            <a:ext cx="7955280" cy="5943600"/>
            <a:chOff x="0" y="0"/>
            <a:chExt cx="10607040" cy="792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87" t="0" r="-28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40752" y="392116"/>
            <a:ext cx="7493126" cy="94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5398" spc="-4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0042" y="2089785"/>
            <a:ext cx="8686800" cy="200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Paste code + error → Gemini returns plain-English explanation + corrected code + visual simulation.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0042" y="4650105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 Gemini AI fix  |  Live DSA/ML animations  |  Flutter desktop codebase scanner.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6120" y="7210425"/>
            <a:ext cx="8686800" cy="200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Transforms 30-minute debugging nightmares into 30-second “Aha!” moments  turning confused coders into confident VIT developers.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4604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18163" y="2330386"/>
            <a:ext cx="7772400" cy="5862861"/>
            <a:chOff x="0" y="0"/>
            <a:chExt cx="9503864" cy="71689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3864" cy="7168935"/>
            </a:xfrm>
            <a:custGeom>
              <a:avLst/>
              <a:gdLst/>
              <a:ahLst/>
              <a:cxnLst/>
              <a:rect r="r" b="b" t="t" l="l"/>
              <a:pathLst>
                <a:path h="7168935" w="9503864">
                  <a:moveTo>
                    <a:pt x="0" y="0"/>
                  </a:moveTo>
                  <a:lnTo>
                    <a:pt x="9503864" y="0"/>
                  </a:lnTo>
                  <a:lnTo>
                    <a:pt x="9503864" y="7168935"/>
                  </a:lnTo>
                  <a:lnTo>
                    <a:pt x="0" y="716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1" t="0" r="-771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048451" y="272196"/>
            <a:ext cx="7793182" cy="8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5099" spc="-4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  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6969" y="2089785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Frontend → Node.js API → Gemini 2.5 Flash LLM → Viz Layer → 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6902" y="4650105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Components: React UI, Node.js API, Gemini LLM, Flutter Desktop App, LocalStorage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6902" y="7210425"/>
            <a:ext cx="8686800" cy="200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Flow: Code + error → Node.js → Gemini → fix + explanation → React live visual simulation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6633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24602" y="1828800"/>
            <a:ext cx="7182631" cy="6257259"/>
            <a:chOff x="0" y="0"/>
            <a:chExt cx="9576841" cy="8343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76841" cy="8343012"/>
            </a:xfrm>
            <a:custGeom>
              <a:avLst/>
              <a:gdLst/>
              <a:ahLst/>
              <a:cxnLst/>
              <a:rect r="r" b="b" t="t" l="l"/>
              <a:pathLst>
                <a:path h="8343012" w="9576841">
                  <a:moveTo>
                    <a:pt x="0" y="0"/>
                  </a:moveTo>
                  <a:lnTo>
                    <a:pt x="9576841" y="0"/>
                  </a:lnTo>
                  <a:lnTo>
                    <a:pt x="9576841" y="8343012"/>
                  </a:lnTo>
                  <a:lnTo>
                    <a:pt x="0" y="834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636" t="0" r="-863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954675" y="262671"/>
            <a:ext cx="10896419" cy="94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5398" spc="-4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WORKING    PROCESS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03" y="2089785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Paste code + error into React web app OR open project folder in Flutter desktop app.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379" y="4650105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Click Explain &amp; Fix → Gemini returns explanation + corrected code + sim type.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03" y="7210425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React renders live DSA/ML simulation. Error saved to History Dashboard.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7580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007239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02880" y="2743200"/>
            <a:ext cx="8685770" cy="5029200"/>
            <a:chOff x="0" y="0"/>
            <a:chExt cx="11581027" cy="670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81027" cy="6705600"/>
            </a:xfrm>
            <a:custGeom>
              <a:avLst/>
              <a:gdLst/>
              <a:ahLst/>
              <a:cxnLst/>
              <a:rect r="r" b="b" t="t" l="l"/>
              <a:pathLst>
                <a:path h="6705600" w="11581027">
                  <a:moveTo>
                    <a:pt x="0" y="0"/>
                  </a:moveTo>
                  <a:lnTo>
                    <a:pt x="11581027" y="0"/>
                  </a:lnTo>
                  <a:lnTo>
                    <a:pt x="11581027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148" r="0" b="-1414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48578" y="-393992"/>
            <a:ext cx="4344910" cy="166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49"/>
              </a:lnSpc>
            </a:pPr>
            <a:r>
              <a:rPr lang="en-US" b="true" sz="5899" spc="-98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5226" y="2858503"/>
            <a:ext cx="8686800" cy="78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0159" indent="-310053" lvl="2">
              <a:lnSpc>
                <a:spcPts val="6741"/>
              </a:lnSpc>
              <a:buFont typeface="Arial"/>
              <a:buChar char="⚬"/>
            </a:pPr>
            <a:r>
              <a:rPr lang="en-US" sz="3399" spc="-3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React.js + Tailwind CSS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5160" y="3862889"/>
            <a:ext cx="8686800" cy="78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0159" indent="-310053" lvl="2">
              <a:lnSpc>
                <a:spcPts val="6741"/>
              </a:lnSpc>
              <a:buFont typeface="Arial"/>
              <a:buChar char="⚬"/>
            </a:pPr>
            <a:r>
              <a:rPr lang="en-US" sz="3399" spc="-3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Node.js + Express   , Gemini API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160" y="4857750"/>
            <a:ext cx="8686800" cy="81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7517" indent="-319172" lvl="2">
              <a:lnSpc>
                <a:spcPts val="6940"/>
              </a:lnSpc>
              <a:buFont typeface="Arial"/>
              <a:buChar char="⚬"/>
            </a:pPr>
            <a:r>
              <a:rPr lang="en-US" sz="3499" spc="-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en-US" sz="3499" spc="-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LocalStorage (web)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5160" y="5907701"/>
            <a:ext cx="8686800" cy="169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7517" indent="-319172" lvl="2">
              <a:lnSpc>
                <a:spcPts val="6940"/>
              </a:lnSpc>
              <a:buFont typeface="Arial"/>
              <a:buChar char="⚬"/>
            </a:pPr>
            <a:r>
              <a:rPr lang="en-US" sz="3499" spc="-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+ Desktop: Gemini 2.5 Flash (LLM) + Flutter (desktop codebase scanner &amp; auto-patcher).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515600" y="2286000"/>
            <a:ext cx="6400800" cy="5943600"/>
            <a:chOff x="0" y="0"/>
            <a:chExt cx="8534400" cy="792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344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500" t="0" r="-1250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30030" y="-318687"/>
            <a:ext cx="7003999" cy="150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5399" spc="-8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    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5230" y="1881112"/>
            <a:ext cx="8686800" cy="166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709" indent="-322903" lvl="2">
              <a:lnSpc>
                <a:spcPts val="6772"/>
              </a:lnSpc>
              <a:buFont typeface="Arial"/>
              <a:buChar char="⚬"/>
            </a:pPr>
            <a:r>
              <a:rPr lang="en-US" sz="3699" spc="-38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Roadmap: React UI → Gemini API → DSA/ML simulations → Flutter codebase scanner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200" y="4666878"/>
            <a:ext cx="9380581" cy="166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709" indent="-322903" lvl="2">
              <a:lnSpc>
                <a:spcPts val="6772"/>
              </a:lnSpc>
              <a:buFont typeface="Arial"/>
              <a:buChar char="⚬"/>
            </a:pPr>
            <a:r>
              <a:rPr lang="en-US" sz="3699" spc="-38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Modules: Input Interface | Gemini Engine |  Mermaid, Manim | History Dashboard | Flutter App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00" y="7452644"/>
            <a:ext cx="16174847" cy="166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709" indent="-322903" lvl="2">
              <a:lnSpc>
                <a:spcPts val="6772"/>
              </a:lnSpc>
              <a:buFont typeface="Arial"/>
              <a:buChar char="⚬"/>
            </a:pPr>
            <a:r>
              <a:rPr lang="en-US" sz="3699" spc="-38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Timeline: Core web prototype  → Gemini integration today → Flutter desktop app + visual animations → Full polished prototype ready for offline round tomorrow.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16730" y="1307173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79504" y="2128762"/>
            <a:ext cx="7808496" cy="6015920"/>
            <a:chOff x="0" y="0"/>
            <a:chExt cx="8703682" cy="670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03682" cy="6705600"/>
            </a:xfrm>
            <a:custGeom>
              <a:avLst/>
              <a:gdLst/>
              <a:ahLst/>
              <a:cxnLst/>
              <a:rect r="r" b="b" t="t" l="l"/>
              <a:pathLst>
                <a:path h="6705600" w="8703682">
                  <a:moveTo>
                    <a:pt x="0" y="0"/>
                  </a:moveTo>
                  <a:lnTo>
                    <a:pt x="8703682" y="0"/>
                  </a:lnTo>
                  <a:lnTo>
                    <a:pt x="8703682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56" t="0" r="-1855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6555" y="-308210"/>
            <a:ext cx="8827741" cy="148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49"/>
              </a:lnSpc>
            </a:pPr>
            <a:r>
              <a:rPr lang="en-US" b="true" sz="5299" spc="-8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    OUTCOME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79" y="1927860"/>
            <a:ext cx="16357921" cy="181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460" indent="-352487" lvl="2">
              <a:lnSpc>
                <a:spcPts val="7392"/>
              </a:lnSpc>
              <a:buFont typeface="Arial"/>
              <a:buChar char="⚬"/>
            </a:pPr>
            <a:r>
              <a:rPr lang="en-US" sz="4038" spc="-4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prototype delivers: Instant plain-English explanation + auto-corrected code + interactive visual simulation  all within 30 seconds of pasting an error.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303" y="4284152"/>
            <a:ext cx="15289679" cy="85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1069" indent="-340356" lvl="2">
              <a:lnSpc>
                <a:spcPts val="7138"/>
              </a:lnSpc>
              <a:buFont typeface="Arial"/>
              <a:buChar char="⚬"/>
            </a:pPr>
            <a:r>
              <a:rPr lang="en-US" sz="3899" spc="-4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Benefits: Debug 5x faster. Understand WHY errors happen. Build real confidence.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03" y="5900173"/>
            <a:ext cx="16079153" cy="1764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1069" indent="-340356" lvl="2">
              <a:lnSpc>
                <a:spcPts val="7138"/>
              </a:lnSpc>
              <a:buFont typeface="Arial"/>
              <a:buChar char="⚬"/>
            </a:pPr>
            <a:r>
              <a:rPr lang="en-US" sz="3899" spc="-4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Impact: Empowers every VIT Bhopal student  reducing learning friction, accelerating placement  readiness, and  making  coding  accessible to all.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03649" y="-316678"/>
            <a:ext cx="9836648" cy="140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b="true" sz="4999" spc="-76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   SCOPE    AND    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249" y="2201675"/>
            <a:ext cx="9578534" cy="159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3807" indent="-307936" lvl="2">
              <a:lnSpc>
                <a:spcPts val="6458"/>
              </a:lnSpc>
              <a:buFont typeface="Arial"/>
              <a:buChar char="⚬"/>
            </a:pPr>
            <a:r>
              <a:rPr lang="en-US" sz="3528" spc="-3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 Ollama offline LLM | DSA/ML sim library | VIT Coding Lab plugin | AI pair-programmer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281523"/>
            <a:ext cx="9738783" cy="24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9263" indent="-313088" lvl="2">
              <a:lnSpc>
                <a:spcPts val="6566"/>
              </a:lnSpc>
              <a:buFont typeface="Arial"/>
              <a:buChar char="⚬"/>
            </a:pPr>
            <a:r>
              <a:rPr lang="en-US" sz="3587" spc="-37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 ErrorBuddy can evolve into the go-to debugging companion for all Indian engineering students  deployable as a campus-wide SaaS platform.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249" y="6996606"/>
            <a:ext cx="9578534" cy="241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3807" indent="-307936" lvl="2">
              <a:lnSpc>
                <a:spcPts val="6458"/>
              </a:lnSpc>
              <a:buFont typeface="Arial"/>
              <a:buChar char="⚬"/>
            </a:pPr>
            <a:r>
              <a:rPr lang="en-US" sz="3528" spc="-3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ErrorBuddy doesn’t just fix errors  it transforms confused coders into confident developers. “Making coding accessible, one error at a time.” 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6047" y="12713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23766" y="2206561"/>
            <a:ext cx="7779282" cy="6767172"/>
            <a:chOff x="0" y="0"/>
            <a:chExt cx="9110046" cy="792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10046" cy="7924800"/>
            </a:xfrm>
            <a:custGeom>
              <a:avLst/>
              <a:gdLst/>
              <a:ahLst/>
              <a:cxnLst/>
              <a:rect r="r" b="b" t="t" l="l"/>
              <a:pathLst>
                <a:path h="7924800" w="9110046">
                  <a:moveTo>
                    <a:pt x="0" y="0"/>
                  </a:moveTo>
                  <a:lnTo>
                    <a:pt x="9110046" y="0"/>
                  </a:lnTo>
                  <a:lnTo>
                    <a:pt x="9110046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550" t="0" r="-855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DAHFswitmCQ</dc:identifier>
  <dcterms:modified xsi:type="dcterms:W3CDTF">2011-08-01T06:04:30Z</dcterms:modified>
  <cp:revision>1</cp:revision>
  <dc:title>ErrorBuddy_HackMatrix2026.pptx</dc:title>
</cp:coreProperties>
</file>